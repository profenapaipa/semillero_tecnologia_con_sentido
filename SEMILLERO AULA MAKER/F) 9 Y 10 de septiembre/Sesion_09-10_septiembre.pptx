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68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5120640" cy="512064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 10 DE SEPTIEMBRE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Ponerle nombre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 que hacemos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840480"/>
            <a:ext cx="292608" cy="292608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nombre y el logo del semillero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389120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3434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ficha pública de su proyecto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292608" cy="29260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8920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construyendo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escriban hoy en la ficha va a quedar publicado en el tablero del semillero, donde todos ven en qué va cada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90 minutos de hoy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primero es corto y es de todos. Después cada equipo a lo suyo.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entre tres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A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bocetamos el logo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el objetivo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qué van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proyecto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05256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525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8972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guardado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carpeta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proyecto y el nombre del semillero son lo único obligatorio de hoy. Lo demás depende de en qué va cada equipo.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nombre del semillero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14 equipos  ·  15 minutos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nombre propio, no una descripción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"Semillero de Tecnología Maker" dice qué somos, pero no se recuerda ni se defiende.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existe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42616"/>
            <a:ext cx="4892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café con la Iguana es el espacio donde se difunden los proyectos del colegio, liderado por estudiantes.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es el canal, no el semillero.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falta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642616"/>
            <a:ext cx="4892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para lo que construimos.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semillero produce, el café difunde. Son dos cosas distintas y cada una necesita su nombre.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14400" y="4416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nombre sin razón no sirve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28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que suene bonito. Se trata de que puedan explicar por qué ese y no otro. Hoy cada equipo propone uno con su justificación escrita, y de ahí sale el del semillero.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ejemplos de razones bien construidas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finalistas. Son ejemplos de qué tan sólida debe ser la justificación.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Pulpo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nueve cerebros: uno central y uno en cada brazo. Cada brazo decide solo, pero todos son el mismo animal.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14400" y="28072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Micelio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08960" y="2807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bajo tierra que conecta los árboles de un bosque y les reparte nutrientes. Lo que no se ve es lo que sostiene.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4400" y="34655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Fragua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08960" y="346557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donde se forja el metal, con calor y golpes. Nada sale terminado a la primera.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14400" y="41239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Órbita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108960" y="41239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Cuerpos muy distintos girando alrededor de un mismo centro, sin chocarse.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14400" y="47823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Andamio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108960" y="47823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que sostiene mientras se construye y se retira cuando la obra ya se para sola.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14400" y="5440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108960" y="54406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cuaderno donde se anota el viaje día a día. Al final vale más que el destino.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72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914400" y="6172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de un animal, un hongo, un oficio, la astronomía, la construcción y la navegación. El suyo puede venir de donde quieran.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hace cada equipo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propuesta por equipo. Catorce ideas, y de ahí sale el nombre.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475488"/>
          </a:xfrm>
          <a:prstGeom prst="roundRect">
            <a:avLst>
              <a:gd name="adj" fmla="val 13462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04672" y="223113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0467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Piensen en algo que represente lo que hacemos: un animal, un objeto, un oficio, una idea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64240" cy="475488"/>
          </a:xfrm>
          <a:prstGeom prst="roundRect">
            <a:avLst>
              <a:gd name="adj" fmla="val 1346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04672" y="279806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04672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7157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Escriban el nombre en una hoja, grande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64240" cy="475488"/>
          </a:xfrm>
          <a:prstGeom prst="roundRect">
            <a:avLst>
              <a:gd name="adj" fmla="val 13462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804672" y="336499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04672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328269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Debajo, la razón en dos líneas: por qué ese y no otro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64240" cy="475488"/>
          </a:xfrm>
          <a:prstGeom prst="roundRect">
            <a:avLst>
              <a:gd name="adj" fmla="val 13462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04672" y="393192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04672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84962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Dibujen al lado una forma simple que pueda servir de logo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4416552"/>
            <a:ext cx="11064240" cy="475488"/>
          </a:xfrm>
          <a:prstGeom prst="roundRect">
            <a:avLst>
              <a:gd name="adj" fmla="val 13462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04672" y="449884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04672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441655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la hoja y a la carpeta del semillero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DF3DE"/>
          </a:solidFill>
          <a:ln w="12700">
            <a:solidFill>
              <a:srgbClr val="E8D3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22960" y="5303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del logo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705856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forma, máximo dos colores, sin sombras. Si al achicarlo al tamaño de una uña todavía se entiende, sirve.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ficha del proyecto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14 equipos  ·  25 minutos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PROYECTO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va a ver todo el mundo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campos que se publican en el tablero del semillero.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822960" y="229514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2296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del proyecto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seis palabras. Puede cambiar si se les ocurrió algo mejor.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62072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" y="3008376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296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86207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en una frase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37760" y="286207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quién. Máximo 25 palabras.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22960" y="3721608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2296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57530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37760" y="357530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quieren lograr. Empiecen con un verbo en infinitivo.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88536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822960" y="443484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428853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construimos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37760" y="428853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existe hoy, aunque sea poco. Si no hay nada, qué está definido.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01768"/>
            <a:ext cx="11064240" cy="603504"/>
          </a:xfrm>
          <a:prstGeom prst="roundRect">
            <a:avLst>
              <a:gd name="adj" fmla="val 1060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822960" y="514807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2296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500176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937760" y="500176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cosa concreta. Una sola, no la lista completa.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914400" y="5852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Escríbanlo pensando en alguien que no sabe nada de lo que ustedes hacen: un profe de otra área, un papá, un estudiante de sexto.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PROYECTO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tabla de avance por semana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que no se publica. Aquí va la verdad, sin adornos.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BEDED"/>
          </a:solidFill>
          <a:ln w="12700">
            <a:solidFill>
              <a:srgbClr val="E4C2C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No sirve escribir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"Avanzamos en el proyecto"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"Trabajamos bastante"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va bien"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21031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AF4EE"/>
          </a:solidFill>
          <a:ln w="1270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Sí sirve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688336"/>
            <a:ext cx="4892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"Armamos el menú con tres botones"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avanzamos, faltaron dos integrantes"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"Grabamos el plano de prueba"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 que no avanzaron no baja la nota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9560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pesa en octubre es un tablero inflado que no coincide con lo que hay en la carpeta. Eso se nota de inmediato.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 ·  cada equipo en lo suyo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qué avanza cada sección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vienen atrasados, esta es la sesión para ponerse al día.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92640" y="777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926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23360" y="2148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botón lleve de una pantalla a otra y vuelva. Con eso ya hay navegación completa.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web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23360" y="31546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página se vea en el navegador y quede respaldada. Wisfox: conectar un dato de la base.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Electrónica y robótica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023360" y="41605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Comedero: el servo moviéndose por tiempo. Brazo: un servo llegando al ángulo exacto.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audiovisual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23360" y="51663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guion literario y empezar a llenar la pestaña de locaciones.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172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9EF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14400" y="6172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no entregaron las semanas pasadas: hoy es la oportunidad de ponerse al día sin que se acumule más.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w="12700">
            <a:solidFill>
              <a:srgbClr val="141C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salir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417320" y="257860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Ficha_proyecto.docx está llena en los cinco campos públicos.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36499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417320" y="329184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avance por semana está diligenciada con la verdad.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0782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417320" y="400507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de logo está dibujada y fotografiada.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914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41C46"/>
          </a:solidFill>
          <a:ln w="1905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417320" y="471830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hoy quedó guardado en la carpeta.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próxima semana el tablero del semillero ya va a estar publicado con la ficha de cada equipo.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1051</Words>
  <Application>Microsoft Office PowerPoint</Application>
  <PresentationFormat>Panorámica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9 y 10 de septiembre</dc:title>
  <dc:subject>PptxGenJS Presentation</dc:subject>
  <dc:creator>PptxGenJS</dc:creator>
  <cp:lastModifiedBy>NESTOR ANDRES PAIPA CASTRO</cp:lastModifiedBy>
  <cp:revision>1</cp:revision>
  <dcterms:created xsi:type="dcterms:W3CDTF">2026-09-09T17:39:36Z</dcterms:created>
  <dcterms:modified xsi:type="dcterms:W3CDTF">2026-09-09T20:03:45Z</dcterms:modified>
</cp:coreProperties>
</file>